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7315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  <a:latin typeface="Segoe UI"/>
              </a:defRPr>
            </a:pPr>
            <a:r>
              <a:t>Cloud Brain + Local Hands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Chat is your new Command Line.  |  AI-Native Social Operating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846320"/>
            <a:ext cx="2103120" cy="411480"/>
          </a:xfrm>
          <a:prstGeom prst="roundRect">
            <a:avLst>
              <a:gd name="adj" fmla="val 1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B5CF6"/>
                </a:solidFill>
                <a:latin typeface="Consolas"/>
              </a:defRPr>
            </a:pPr>
            <a:r>
              <a:t>Codename: Ghost 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Product &amp; Architecture Overview  | 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Segoe UI"/>
              </a:defRPr>
            </a:pPr>
            <a:r>
              <a:t>WHY LINKINGCHAT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We see three problems nobody solves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45720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Fragmented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Users juggle IM for communication and Terminal/IDE for execution.</a:t>
            </a:r>
            <a:br/>
            <a:br/>
            <a:r>
              <a:t>LinkingChat Solution:</a:t>
            </a:r>
            <a:br/>
            <a:r>
              <a:t>All-in-Chat — chat window IS the console. Type natural language, bot executes in background.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103120"/>
            <a:ext cx="457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2860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Fear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Users fear AI auto-replying wrong things or auto-deleting files.</a:t>
            </a:r>
            <a:br/>
            <a:br/>
            <a:r>
              <a:t>LinkingChat Solution:</a:t>
            </a:r>
            <a:br/>
            <a:r>
              <a:t>Draft &amp; Verify — bot ONLY generates drafts. User must confirm before any action executes.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103120"/>
            <a:ext cx="45720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2286000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High Config Barrier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OpenInterpreter / OpenClaw need complex local environment setup.</a:t>
            </a:r>
            <a:br/>
            <a:br/>
            <a:r>
              <a:t>LinkingChat Solution:</a:t>
            </a:r>
            <a:br/>
            <a:r>
              <a:t>SaaS + Thin Client — lightweight Node runtime on desktop. All complex logic lives in the cloud.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Vision:  "Build a next-gen IM platform that breaks the wall between Communication and Tools"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Segoe UI"/>
              </a:defRPr>
            </a:pPr>
            <a:r>
              <a:t>CORE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"Holy Trinity" — 3 AI-Native Interaction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✍  Draft &amp;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“把桌面的Q3财报发给王总”</a:t>
            </a:r>
            <a:br/>
            <a:br/>
            <a:r>
              <a:t>Bot reads file from desktop, drafts a polished reply + attachment.</a:t>
            </a:r>
            <a:br/>
            <a:r>
              <a:t>User reviews → clicks [Send].</a:t>
            </a:r>
            <a:br/>
            <a:br/>
            <a:r>
              <a:t>Bot NEVER acts autonomously.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5074920"/>
            <a:ext cx="2926080" cy="18288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166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User @Bot → Bot generates draft → User confirms → Execute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💬  The Whisper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“今晚约饭吗？”</a:t>
            </a:r>
            <a:br/>
            <a:br/>
            <a:r>
              <a:t>Bot shows 3 floating reply chips:</a:t>
            </a:r>
            <a:br/>
            <a:r>
              <a:t>[拒绝: 加班]  [答应: 哪里?]  [迟疑: 看情况]</a:t>
            </a:r>
            <a:br/>
            <a:br/>
            <a:r>
              <a:t>Tap to fill, long-press to send.</a:t>
            </a:r>
            <a:br/>
            <a:r>
              <a:t>Latency requirement: &lt;800ms.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5074920"/>
            <a:ext cx="2926080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5166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Message arrives → LLM generates 3 suggestions → &lt;800ms display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0704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⚡  Predictive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After analyzing error logs:</a:t>
            </a:r>
            <a:br/>
            <a:br/>
            <a:r>
              <a:t>Bot generates action card:</a:t>
            </a:r>
            <a:br/>
            <a:r>
              <a:t>[Click to run fix command]</a:t>
            </a:r>
            <a:br/>
            <a:r>
              <a:t>[Dangerous] rm -rf → BLOCKED</a:t>
            </a:r>
            <a:br/>
            <a:br/>
            <a:r>
              <a:t>Context-aware next-step prediction.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5074920"/>
            <a:ext cx="292608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5166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Task completes → Bot predicts next action → User clicks to execute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Cloud Brain + Local Hands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Three-tier distributed system: Mobile (Remote) → Cloud (Brain) → Desktop (Hands)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832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Segoe UI"/>
              </a:defRPr>
            </a:pPr>
            <a:r>
              <a:t>The Remote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Flutter / RN Expo</a:t>
            </a:r>
            <a:br/>
            <a:br/>
            <a:r>
              <a:t>• Social UI (chat, friends)</a:t>
            </a:r>
            <a:br/>
            <a:r>
              <a:t>• Send remote commands</a:t>
            </a:r>
            <a:br/>
            <a:r>
              <a:t>• Confirm AI drafts</a:t>
            </a:r>
            <a:br/>
            <a:r>
              <a:t>• View execution results</a:t>
            </a:r>
            <a:br/>
            <a:br/>
            <a:r>
              <a:t>Pure UI layer — all logic in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383280" cy="457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7AFF"/>
                </a:solidFill>
                <a:latin typeface="Segoe UI"/>
              </a:defRPr>
            </a:pPr>
            <a:r>
              <a:t>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54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Segoe UI"/>
              </a:defRPr>
            </a:pPr>
            <a:r>
              <a:t>The 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204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NestJS + Prisma + PostgreSQL</a:t>
            </a:r>
            <a:br/>
            <a:br/>
            <a:r>
              <a:t>• WebSocket Gateway (/chat + /device)</a:t>
            </a:r>
            <a:br/>
            <a:r>
              <a:t>• Intent Planner</a:t>
            </a:r>
            <a:br/>
            <a:r>
              <a:t>• LLM Router (DeepSeek / Kimi)</a:t>
            </a:r>
            <a:br/>
            <a:r>
              <a:t>• Draft State Machine</a:t>
            </a:r>
            <a:br/>
            <a:r>
              <a:t>• JWT RS256 Auth</a:t>
            </a:r>
            <a:br/>
            <a:r>
              <a:t>• Redis Pub/Sub for scaling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03120"/>
            <a:ext cx="3383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B5CF6"/>
                </a:solidFill>
                <a:latin typeface="Segoe UI"/>
              </a:defRPr>
            </a:pPr>
            <a:r>
              <a:t>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Desktop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54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The Hand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204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Electron + TypeScript</a:t>
            </a:r>
            <a:br/>
            <a:br/>
            <a:r>
              <a:t>• Full social UI (Discord-like)</a:t>
            </a:r>
            <a:br/>
            <a:r>
              <a:t>• OpenClaw Worker</a:t>
            </a:r>
            <a:br/>
            <a:r>
              <a:t>• Shell command execution</a:t>
            </a:r>
            <a:br/>
            <a:r>
              <a:t>• File I/O operations</a:t>
            </a:r>
            <a:br/>
            <a:r>
              <a:t>• Local task automation</a:t>
            </a:r>
            <a:br/>
            <a:br/>
            <a:r>
              <a:t>"Download and use" — no complex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← WSS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← WSS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TypeScript Everywhere + Production-Grade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36576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NestJS</a:t>
            </a:r>
            <a:br/>
            <a:r>
              <a:t>Prisma ORM</a:t>
            </a:r>
            <a:br/>
            <a: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40" y="1965960"/>
            <a:ext cx="3657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146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Socket.IO</a:t>
            </a:r>
            <a:br/>
            <a:r>
              <a:t>Redis Adapter</a:t>
            </a:r>
            <a:br/>
            <a:r>
              <a:t>Dual Namespace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365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Electron</a:t>
            </a:r>
            <a:br/>
            <a:r>
              <a:t>React + Vite</a:t>
            </a:r>
            <a:br/>
            <a:r>
              <a:t>OpenClaw 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1965960"/>
            <a:ext cx="36576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Segoe UI"/>
              </a:defRPr>
            </a:pPr>
            <a: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5146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Flutter / RN Expo</a:t>
            </a:r>
            <a:br/>
            <a:r>
              <a:t>Socket.IO Client</a:t>
            </a:r>
            <a:br/>
            <a:r>
              <a:t>Dio / Fetch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343400"/>
            <a:ext cx="3657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AI /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Multi-provider Router</a:t>
            </a:r>
            <a:br/>
            <a:r>
              <a:t>DeepSeek (fast/cheap)</a:t>
            </a:r>
            <a:br/>
            <a:r>
              <a:t>Kimi 2.5 (complex)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206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40" y="4343400"/>
            <a:ext cx="365760" cy="36576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A5A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8920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JWT RS256</a:t>
            </a:r>
            <a:br/>
            <a:r>
              <a:t>argon2 hashing</a:t>
            </a:r>
            <a:br/>
            <a:r>
              <a:t>Refresh token rotation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206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4343400"/>
            <a:ext cx="3657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Monorepo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920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Turborepo</a:t>
            </a:r>
            <a:br/>
            <a:r>
              <a:t>pnpm workspace</a:t>
            </a:r>
            <a:br/>
            <a:r>
              <a:t>4 shared packages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206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8320" y="4343400"/>
            <a:ext cx="365760" cy="36576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EC0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8920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Vitest</a:t>
            </a:r>
            <a:br/>
            <a:r>
              <a:t>E2E tests</a:t>
            </a:r>
            <a:br/>
            <a:r>
              <a:t>CI/CD (GitHub Actions)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18 Prisma Models across 5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User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User</a:t>
            </a:r>
            <a:br/>
            <a:r>
              <a:t>FriendRequest</a:t>
            </a:r>
            <a:br/>
            <a:r>
              <a:t>Friendship</a:t>
            </a:r>
            <a:br/>
            <a:r>
              <a:t>UserBlock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317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argon2 hash, CUID primary keys</a:t>
            </a:r>
            <a:br/>
            <a:r>
              <a:t>Bidirectional friendship</a:t>
            </a:r>
            <a:br/>
            <a:r>
              <a:t>Soft delete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3832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Group Domain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Group</a:t>
            </a:r>
            <a:br/>
            <a:r>
              <a:t>Channel</a:t>
            </a:r>
            <a:br/>
            <a:r>
              <a:t>GroupMember</a:t>
            </a:r>
            <a:br/>
            <a:r>
              <a:t>GroupRole</a:t>
            </a:r>
            <a:br/>
            <a:r>
              <a:t>GroupBan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317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Discord-style hierarchy</a:t>
            </a:r>
            <a:br/>
            <a:r>
              <a:t>Channel types: TEXT/SECTION</a:t>
            </a:r>
            <a:br/>
            <a:r>
              <a:t>Role-based permissions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383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Converse Domain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5276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31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Converse</a:t>
            </a:r>
            <a:br/>
            <a:r>
              <a:t>ConverseMember</a:t>
            </a:r>
            <a:br/>
            <a:r>
              <a:t>Message</a:t>
            </a:r>
            <a:br/>
            <a:r>
              <a:t>Attachment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317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Unified message pipeline</a:t>
            </a:r>
            <a:br/>
            <a:r>
              <a:t>DM / MULTI / GROUP types</a:t>
            </a:r>
            <a:br/>
            <a:r>
              <a:t>Cursor-based pagination (35/page)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3891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0" y="4389120"/>
            <a:ext cx="33832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Device Domain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452628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8920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Device</a:t>
            </a:r>
            <a:br/>
            <a:r>
              <a:t>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OpenClaw remote control</a:t>
            </a:r>
            <a:br/>
            <a:r>
              <a:t>Shell / File / Automation</a:t>
            </a:r>
            <a:br/>
            <a:r>
              <a:t>Status: PENDING→COMPLETED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891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389120"/>
            <a:ext cx="33832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Domain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52628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920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AiDraft</a:t>
            </a:r>
            <a:br/>
            <a:r>
              <a:t>AiSuggestion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Draft &amp; Verify state machine</a:t>
            </a:r>
            <a:br/>
            <a:r>
              <a:t>Whisper + Predictive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Key: Unified Converse model routes all messages (DM, multi-party, group channels) through a single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Segoe UI"/>
              </a:defRPr>
            </a:pPr>
            <a:r>
              <a:t>WEBSOCKET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Dual Namespace Design + Type-Safe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Segoe UI"/>
              </a:defRPr>
            </a:pPr>
            <a:r>
              <a:t>/chat Namespace — Social Messaging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Client → Server (12 events)</a:t>
            </a:r>
            <a:br/>
            <a:r>
              <a:t>  converse:join / leave</a:t>
            </a:r>
            <a:br/>
            <a:r>
              <a:t>  message:typing / read</a:t>
            </a:r>
            <a:br/>
            <a:r>
              <a:t>  presence:update</a:t>
            </a:r>
            <a:br/>
            <a:r>
              <a:t>  ai:draft:approve / reject / edit</a:t>
            </a:r>
            <a:br/>
            <a:r>
              <a:t>  ai:predictive:execute / dismiss</a:t>
            </a:r>
            <a:br/>
            <a:r>
              <a:t>  ai:whisper:select</a:t>
            </a:r>
            <a:br/>
            <a:br/>
            <a:r>
              <a:t>Server → Client (24 events)</a:t>
            </a:r>
            <a:br/>
            <a:r>
              <a:t>  message:new / updated / deleted</a:t>
            </a:r>
            <a:br/>
            <a:r>
              <a:t>  converse:new / updated</a:t>
            </a:r>
            <a:br/>
            <a:r>
              <a:t>  friend:request / accepted / removed</a:t>
            </a:r>
            <a:br/>
            <a:r>
              <a:t>  group:* / channel:* events</a:t>
            </a:r>
            <a:br/>
            <a:r>
              <a:t>  ai:whisper:suggestions</a:t>
            </a:r>
            <a:br/>
            <a:r>
              <a:t>  ai:draft:created / expired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502920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Segoe UI"/>
              </a:defRPr>
            </a:pPr>
            <a:r>
              <a:t>/device Namespace — Remote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2316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Client → Server (6 events)</a:t>
            </a:r>
            <a:br/>
            <a:r>
              <a:t>  device:register (Desktop)</a:t>
            </a:r>
            <a:br/>
            <a:r>
              <a:t>  device:heartbeat (30s interval)</a:t>
            </a:r>
            <a:br/>
            <a:r>
              <a:t>  device:command:send (Mobile)</a:t>
            </a:r>
            <a:br/>
            <a:r>
              <a:t>  device:command:cancel (Mobile)</a:t>
            </a:r>
            <a:br/>
            <a:r>
              <a:t>  device:result:complete (Desktop)</a:t>
            </a:r>
            <a:br/>
            <a:r>
              <a:t>  device:result:progress (Desktop)</a:t>
            </a:r>
            <a:br/>
            <a:br/>
            <a:r>
              <a:t>Server → Client (5 events)</a:t>
            </a:r>
            <a:br/>
            <a:r>
              <a:t>  device:command:execute → d-{deviceId}</a:t>
            </a:r>
            <a:br/>
            <a:r>
              <a:t>  device:command:ack → u-{userId}</a:t>
            </a:r>
            <a:br/>
            <a:r>
              <a:t>  device:result:delivered → u-{userId}</a:t>
            </a:r>
            <a:br/>
            <a:r>
              <a:t>  device:result:progress → u-{userId}</a:t>
            </a:r>
            <a:br/>
            <a:r>
              <a:t>  device:status:changed → u-{userId}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nsolas"/>
              </a:defRPr>
            </a:pPr>
            <a:r>
              <a:t>Room Strategy:   u-{userId} (personal)    {converseId} (conversation)    g-{groupId} (group)    d-{deviceId} (device)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Segoe UI"/>
              </a:defRPr>
            </a:pPr>
            <a:r>
              <a:t>COMMAND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Mobile → Cloud → Desktop → Mobile (&lt; 3 seconds)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Mobile sends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WS: device:command:send</a:t>
            </a:r>
            <a:br/>
            <a:r>
              <a:t>{ type: 'shell',</a:t>
            </a:r>
            <a:br/>
            <a:r>
              <a:t>  action: 'ls -la'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2103120"/>
            <a:ext cx="365760" cy="36576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Cloud validates &amp;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Blacklist check</a:t>
            </a:r>
            <a:br/>
            <a:r>
              <a:t>DB: INSERT commands</a:t>
            </a:r>
            <a:br/>
            <a:r>
              <a:t>status = 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Cloud dispatches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WS: device:command:execute</a:t>
            </a:r>
            <a:br/>
            <a:r>
              <a:t>→ d-{deviceId} room</a:t>
            </a:r>
            <a:br/>
            <a:r>
              <a:t>ACK → mobile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210312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Desktop executes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child_process.exec()</a:t>
            </a:r>
            <a:br/>
            <a:r>
              <a:t>timeout: 30s</a:t>
            </a:r>
            <a:br/>
            <a:r>
              <a:t>Capture stdout/stderr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0" y="2103120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Result returns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WS: device:result:complete</a:t>
            </a:r>
            <a:br/>
            <a:r>
              <a:t>DB: UPDATE commands</a:t>
            </a:r>
            <a:br/>
            <a:r>
              <a:t>status = 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7040" y="210312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Mobile displays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WS: device:result:delivered</a:t>
            </a:r>
            <a:br/>
            <a:r>
              <a:t>Show output in UI</a:t>
            </a:r>
            <a:br/>
            <a:r>
              <a:t>Log to commands 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20640"/>
            <a:ext cx="11247120" cy="118872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11247120" cy="36576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A5A"/>
                </a:solidFill>
                <a:latin typeface="Segoe UI"/>
              </a:defRPr>
            </a:pPr>
            <a:r>
              <a:t>⚠  Safety: Dangerous Command Blocking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Server-side regex blacklist:  rm -rf /, format, mkfs, dd if=, shutdown, reboot, chmod 777 /</a:t>
            </a:r>
            <a:br/>
            <a:r>
              <a:t>Commands matching dangerous patterns are REJECTED before reaching the desktop.  |  Sprint 2+: OpenClaw sandboxed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Segoe UI"/>
              </a:defRPr>
            </a:pPr>
            <a:r>
              <a:t>SPRINT 1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Minimal Full-Chain PoC — 6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Segoe UI"/>
              </a:defRPr>
            </a:pPr>
            <a:r>
              <a:t>Goal: "Mobile sends command → Desktop executes → Result returns to mobile"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832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FF"/>
                </a:solidFill>
                <a:latin typeface="Consolas"/>
              </a:defRPr>
            </a:pPr>
            <a:r>
              <a:t>Phase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212848"/>
            <a:ext cx="594360" cy="22860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Turborepo + pnpm init</a:t>
            </a:r>
            <a:br/>
            <a:r>
              <a:t>NestJS project</a:t>
            </a:r>
            <a:br/>
            <a:r>
              <a:t>Docker Compose</a:t>
            </a:r>
            <a:br/>
            <a:r>
              <a:t>Prisma + Schema</a:t>
            </a:r>
            <a:br/>
            <a:r>
              <a:t>Shared packages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383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2212848"/>
            <a:ext cx="594360" cy="22860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Shared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WS event types</a:t>
            </a:r>
            <a:br/>
            <a:r>
              <a:t>Payload definitions</a:t>
            </a:r>
            <a:br/>
            <a:r>
              <a:t>Event name constants</a:t>
            </a:r>
            <a:br/>
            <a:r>
              <a:t>Zod schemas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03120"/>
            <a:ext cx="33832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FF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52760" y="2212848"/>
            <a:ext cx="594360" cy="22860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10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Auth (JWT RS256)</a:t>
            </a:r>
            <a:br/>
            <a:r>
              <a:t>Prisma Service</a:t>
            </a:r>
            <a:br/>
            <a:r>
              <a:t>Devices + Commands</a:t>
            </a:r>
            <a:br/>
            <a:r>
              <a:t>Socket.IO + Redis</a:t>
            </a:r>
            <a:br/>
            <a:r>
              <a:t>Device Gateway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33832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4498848"/>
            <a:ext cx="594360" cy="22860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Desktop 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Electron (electron-vite)</a:t>
            </a:r>
            <a:br/>
            <a:r>
              <a:t>Login + JWT storage</a:t>
            </a:r>
            <a:br/>
            <a:r>
              <a:t>WS client (/device)</a:t>
            </a:r>
            <a:br/>
            <a:r>
              <a:t>Shell executor</a:t>
            </a:r>
            <a:br/>
            <a:r>
              <a:t>Minimal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389120"/>
            <a:ext cx="33832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498848"/>
            <a:ext cx="594360" cy="228600"/>
          </a:xfrm>
          <a:prstGeom prst="roundRect">
            <a:avLst>
              <a:gd name="adj" fmla="val 1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 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166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Flutter / RN init</a:t>
            </a:r>
            <a:br/>
            <a:r>
              <a:t>Login page</a:t>
            </a:r>
            <a:br/>
            <a:r>
              <a:t>JWT management</a:t>
            </a:r>
            <a:br/>
            <a:r>
              <a:t>Device list</a:t>
            </a:r>
            <a:br/>
            <a:r>
              <a:t>Command input + result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4389120"/>
            <a:ext cx="3383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Phase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52760" y="4498848"/>
            <a:ext cx="594360" cy="22860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 tasks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166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Full-chain test</a:t>
            </a:r>
            <a:br/>
            <a:r>
              <a:t>Bug fixes</a:t>
            </a:r>
            <a:br/>
            <a:r>
              <a:t>Blacklist filter</a:t>
            </a:r>
            <a:br/>
            <a:br/>
            <a:r>
              <a:t>✅ &lt; 3s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Segoe UI"/>
              </a:defRPr>
            </a:pPr>
            <a:r>
              <a:t>MILESTONES &amp;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Sprint 1 → Sprint 2 → Sprint 3 → Beyond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7AFF"/>
                </a:solidFill>
                <a:latin typeface="Segoe UI"/>
              </a:defRPr>
            </a:pPr>
            <a:r>
              <a:t>Sprint 1: Minimal PoC Checkpoints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4688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Server Bootable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Register → Login → JWT → Swagger accessible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1546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136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WS 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Client connects /device with JWT RS256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8404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Desktop Executes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Receives command → Runs shell → Returns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5262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07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Mobile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Sends command → Sees result on screen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2120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193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Full Chain &lt; 3s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Mobile → Cloud → Desktop → Mobile complete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82880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Roadmap: What Comes 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Sprint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432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• Friends system + DM messaging</a:t>
            </a:r>
            <a:br/>
            <a:r>
              <a:t>• Groups + Channels (Discord-style)</a:t>
            </a:r>
            <a:br/>
            <a:r>
              <a:t>• Message recall + read receipts</a:t>
            </a:r>
            <a:br/>
            <a:r>
              <a:t>• OpenClaw deep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Segoe UI"/>
              </a:defRPr>
            </a:pPr>
            <a:r>
              <a:t>Sprint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069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• AI: Draft &amp; Verify workflow</a:t>
            </a:r>
            <a:br/>
            <a:r>
              <a:t>• AI: Whisper suggestions (&lt;800ms)</a:t>
            </a:r>
            <a:br/>
            <a:r>
              <a:t>• AI: Predictive Actions</a:t>
            </a:r>
            <a:br/>
            <a:r>
              <a:t>• Multi-LLM routing (DeepSeek + Kimi)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Beyond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3949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• File transfer + S3 storage</a:t>
            </a:r>
            <a:br/>
            <a:r>
              <a:t>• Voice/video calls (WebRTC)</a:t>
            </a:r>
            <a:br/>
            <a:r>
              <a:t>• Plugin system (Tailchat-inspired)</a:t>
            </a:r>
            <a:br/>
            <a:r>
              <a:t>• i18n + production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How We Measure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⭐  North Star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Daily Cross-Device Intents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How many times per day users command their desktop from mobile, or use Bot to assist with messages. This measures the core value proposition.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📊  Experience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Draft-to-Send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Percentage of AI-generated drafts that users actually approve and send. High rate = AI understands user intent well.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698480" cy="1828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106984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7AFF"/>
                </a:solidFill>
                <a:latin typeface="Segoe UI"/>
              </a:defRPr>
            </a:pPr>
            <a:r>
              <a:t>Performance Targets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Segoe UI"/>
              </a:defRPr>
            </a:pPr>
            <a:r>
              <a:t>&lt; 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Message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End-to-end message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42"/>
                </a:solidFill>
                <a:latin typeface="Segoe UI"/>
              </a:defRPr>
            </a:pPr>
            <a:r>
              <a:t>&lt; 3s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Command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Mobile → Desktop →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Segoe UI"/>
              </a:defRPr>
            </a:pPr>
            <a:r>
              <a:t>&lt; 800ms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Suggestions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Whisper chips display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5A5A"/>
                </a:solidFill>
                <a:latin typeface="Segoe UI"/>
              </a:defRPr>
            </a:pPr>
            <a:r>
              <a:t>&gt; 1000ms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Abandon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Client discards late suggestions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Turborepo Monorepo — 4 Apps + 4 Shared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onsolas"/>
              </a:defRPr>
            </a:pPr>
            <a:r>
              <a:t>linkingchat/</a:t>
            </a:r>
            <a:br/>
            <a:r>
              <a:t>├─ apps/</a:t>
            </a:r>
            <a:br/>
            <a:r>
              <a:t>│  ├─ server/        Cloud Brain (NestJS)</a:t>
            </a:r>
            <a:br/>
            <a:r>
              <a:t>│  ├─ web/           Web Client (React)</a:t>
            </a:r>
            <a:br/>
            <a:r>
              <a:t>│  ├─ desktop/       Electron Client</a:t>
            </a:r>
            <a:br/>
            <a:r>
              <a:t>│  └─ mobile/        Flutter / RN Expo</a:t>
            </a:r>
            <a:br/>
            <a:r>
              <a:t>├─ packages/</a:t>
            </a:r>
            <a:br/>
            <a:r>
              <a:t>│  ├─ shared/        Zod schemas + enums</a:t>
            </a:r>
            <a:br/>
            <a:r>
              <a:t>│  ├─ ws-protocol/   WS event types</a:t>
            </a:r>
            <a:br/>
            <a:r>
              <a:t>│  ├─ api-client/    REST API client</a:t>
            </a:r>
            <a:br/>
            <a:r>
              <a:t>│  └─ ui/            React components</a:t>
            </a:r>
            <a:br/>
            <a:r>
              <a:t>├─ docker/</a:t>
            </a:r>
            <a:br/>
            <a:r>
              <a:t>│  ├─ docker-compose.yaml</a:t>
            </a:r>
            <a:br/>
            <a:r>
              <a:t>│  └─ docker-compose.prod.yaml</a:t>
            </a:r>
            <a:br/>
            <a:r>
              <a:t>├─ turbo.json</a:t>
            </a:r>
            <a:br/>
            <a:r>
              <a:t>├─ pnpm-workspace.yaml</a:t>
            </a:r>
            <a:br/>
            <a:r>
              <a:t>└─ tsconfig.base.json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828800"/>
            <a:ext cx="5760720" cy="2103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57607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Package Dependency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31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@linkingchat/shared + @linkingchat/ws-protocol</a:t>
            </a:r>
            <a:br/>
            <a:r>
              <a:t>   └─→ server, web, desktop, api-client</a:t>
            </a:r>
            <a:br/>
            <a:br/>
            <a:r>
              <a:t>@linkingchat/ui (React components)</a:t>
            </a:r>
            <a:br/>
            <a:r>
              <a:t>   └─→ web, desktop</a:t>
            </a:r>
            <a:br/>
            <a:br/>
            <a:r>
              <a:t>@linkingchat/mobile (Flutter: independent / RN: uses shared)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4206240"/>
            <a:ext cx="576072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4206240"/>
            <a:ext cx="576072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Segoe UI"/>
              </a:defRPr>
            </a:pPr>
            <a:r>
              <a:t>Key Design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7091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• REST-First Mutations: all writes via REST, WS for broadcast only</a:t>
            </a:r>
            <a:br/>
            <a:r>
              <a:t>• BroadcastService (@Global): any module can push WS events</a:t>
            </a:r>
            <a:br/>
            <a:r>
              <a:t>• Result Monad: Service returns Result&lt;T,E&gt;, no thrown exceptions</a:t>
            </a:r>
            <a:br/>
            <a:r>
              <a:t>• Prisma over TypeORM: declarative, type-safe, reliable migrations</a:t>
            </a:r>
            <a:br/>
            <a:r>
              <a:t>• Dual WS Namespace: /chat and /device fully isolated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Segoe UI"/>
              </a:defRPr>
            </a:pPr>
            <a:r>
              <a:t>TEAM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Standing on the Shoulders of Giants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572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Team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• Team size: 2-3 developers, front/back separated</a:t>
            </a:r>
            <a:br/>
            <a:r>
              <a:t>• Dev platform: macOS &amp; Windows (macOS first if forced)</a:t>
            </a:r>
            <a:br/>
            <a:r>
              <a:t>• Doc framework: Bmad v6</a:t>
            </a:r>
            <a:br/>
            <a:r>
              <a:t>• Testing: Unit tests from day one (Vitest)</a:t>
            </a:r>
            <a:br/>
            <a:r>
              <a:t>• TypeScript everywhere (except Flutter = Dart)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1920240"/>
            <a:ext cx="320040" cy="27432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011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7AFF"/>
                </a:solidFill>
                <a:latin typeface="Segoe UI"/>
              </a:defRPr>
            </a:pPr>
            <a:r>
              <a:t>Scaffold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brocoders/nestjs-boilerplate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NestJS project 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828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920240"/>
            <a:ext cx="32004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011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Chat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sentrionic/Valkyrie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Friends, groups, channels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828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95560" y="1920240"/>
            <a:ext cx="32004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011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Segoe UI"/>
              </a:defRPr>
            </a:pPr>
            <a:r>
              <a:t>WebSocket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mahdi-vajdi/nestjs-chat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Gateway + Redis adapter patterns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2918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06440" y="3383280"/>
            <a:ext cx="320040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3474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42"/>
                </a:solidFill>
                <a:latin typeface="Segoe UI"/>
              </a:defRPr>
            </a:pPr>
            <a:r>
              <a:t>IM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703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tinode/chat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Protocol design reference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2918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3383280"/>
            <a:ext cx="32004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3474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Segoe UI"/>
              </a:defRPr>
            </a:pPr>
            <a:r>
              <a:t>Remote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703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OpenClaw (MIT)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AI Agent Gateway, tool execution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32918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95560" y="3383280"/>
            <a:ext cx="320040" cy="274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3474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Spec Reference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3703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Matrix Protocol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Extensible event types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20624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206240"/>
            <a:ext cx="10698480" cy="36576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A5A"/>
                </a:solidFill>
                <a:latin typeface="Segoe UI"/>
              </a:defRPr>
            </a:pPr>
            <a:r>
              <a:t>Sprint 1 Scope Exclusions (Deferred)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Friends / Chat / Groups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983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Sprint 2+  —  Sprint 1 = device control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AI (Draft / Whisper / Predictive)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983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Sprint 3+  —  Sprint 1 = direct command forward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File Transfer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983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Sprint 2+  —  Sprint 1 = text commands + text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Push 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760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Sprint 2+  —  Sprint 1 = WebSocket real-time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i18n / Production Deploy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760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Sprint 3+  —  Sprint 1 = localhost, hardcoded strings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OpenClaw Deep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5760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Sprint 2+  —  Sprint 1 = child_process.exec()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457200"/>
            <a:ext cx="8229600" cy="8229600"/>
          </a:xfrm>
          <a:prstGeom prst="ellipse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21031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Chat is your new Command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  <a:latin typeface="Segoe UI"/>
              </a:defRPr>
            </a:pPr>
            <a:r>
              <a:t>聊天即指令，好友即接口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Next Step: Sprint 1 PoC — Full-chain command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303520"/>
            <a:ext cx="3383280" cy="411480"/>
          </a:xfrm>
          <a:prstGeom prst="roundRect">
            <a:avLst>
              <a:gd name="adj" fmla="val 1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748B"/>
                </a:solidFill>
                <a:latin typeface="Consolas"/>
              </a:defRPr>
            </a:pPr>
            <a:r>
              <a:t>github.com/ZenoWangzy/linkingChat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43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LinkingChat  ·  Ghost Mate  ·  Feb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