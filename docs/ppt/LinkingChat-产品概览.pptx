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91695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37021"/>
                </a:solidFill>
                <a:latin typeface="Microsoft YaHei"/>
              </a:rPr>
              <a:t>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Microsoft YaHei"/>
              </a:rPr>
              <a:t>聊天即指令，好友即接口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AB5"/>
                </a:solidFill>
                <a:latin typeface="Microsoft YaHei"/>
              </a:rPr>
              <a:t>下一代智能社交操控平台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904" y="4754880"/>
            <a:ext cx="182880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79EBE"/>
                </a:solidFill>
                <a:latin typeface="Microsoft YaHei"/>
              </a:rPr>
              <a:t>Ghost Mate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现在有什么问题?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00400" cy="43891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99339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工作流割裂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一边在手机上聊工作需求，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一边切到电脑上打开终端操作。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两个世界，来回跳转。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43891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5152" y="199339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AI 不可控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担心 AI 自动帮你发消息说错话，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或者自动执行操作删错重要文件。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不敢放手让 AI 干活。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00400" cy="43891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02752" y="199339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门槛太高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7432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想用智能工具帮忙，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却要安装配置一堆复杂的环境。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普通用户根本用不了。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LinkingChat 是什么?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37021"/>
                </a:solidFill>
                <a:latin typeface="Microsoft YaHei"/>
              </a:rPr>
              <a:t>在聊天窗口里，直接指挥你的电脑干活。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EDE8"/>
                </a:solidFill>
                <a:latin typeface="Microsoft YaHei"/>
              </a:rPr>
              <a:t>•  像微信一样聊天，像终端一样强大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EDE8"/>
                </a:solidFill>
                <a:latin typeface="Microsoft YaHei"/>
              </a:rPr>
              <a:t>•  手机就是遥控器，电脑就是执行者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EDE8"/>
                </a:solidFill>
                <a:latin typeface="Microsoft YaHei"/>
              </a:rPr>
              <a:t>•  智能助手只建议，从不擅自行动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EDE8"/>
                </a:solidFill>
                <a:latin typeface="Microsoft YaHei"/>
              </a:rPr>
              <a:t>•  云端大脑统筹一切，本地轻量无负担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三端协同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91840" cy="41148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37021"/>
                </a:solidFill>
                <a:latin typeface="Microsoft YaHei"/>
              </a:rPr>
              <a:t>手机端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79EBE"/>
                </a:solidFill>
                <a:latin typeface="Microsoft YaHei"/>
              </a:rPr>
              <a:t>遥控器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063240"/>
            <a:ext cx="23774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输入意图和指令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确认 Bot 草稿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查看执行结果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91840" cy="41148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37021"/>
                </a:solidFill>
                <a:latin typeface="Microsoft YaHei"/>
              </a:rPr>
              <a:t>云  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79EBE"/>
                </a:solidFill>
                <a:latin typeface="Microsoft YaHei"/>
              </a:rPr>
              <a:t>大  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063240"/>
            <a:ext cx="23774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理解用户意图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智能路由和分发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AI 推理和建议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291840" cy="41148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37021"/>
                </a:solidFill>
                <a:latin typeface="Microsoft YaHei"/>
              </a:rPr>
              <a:t>桌面端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79EBE"/>
                </a:solidFill>
                <a:latin typeface="Microsoft YaHei"/>
              </a:rPr>
              <a:t>执行者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063240"/>
            <a:ext cx="23774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接收云端指令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本地执行任务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回报运行结果</a:t>
            </a:r>
          </a:p>
        </p:txBody>
      </p:sp>
      <p:sp>
        <p:nvSpPr>
          <p:cNvPr id="19" name="Left-Right Arrow 18"/>
          <p:cNvSpPr/>
          <p:nvPr/>
        </p:nvSpPr>
        <p:spPr>
          <a:xfrm>
            <a:off x="3977639" y="3566160"/>
            <a:ext cx="457200" cy="320040"/>
          </a:xfrm>
          <a:prstGeom prst="left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-Right Arrow 19"/>
          <p:cNvSpPr/>
          <p:nvPr/>
        </p:nvSpPr>
        <p:spPr>
          <a:xfrm>
            <a:off x="7818120" y="3566160"/>
            <a:ext cx="457200" cy="320040"/>
          </a:xfrm>
          <a:prstGeom prst="left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代理草稿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核心体验 A  --  你确认了才算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560320" cy="20116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249631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Microsoft YaHei"/>
              </a:rPr>
              <a:t>你说出意图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AB5"/>
                </a:solidFill>
                <a:latin typeface="Microsoft YaHei"/>
              </a:rPr>
              <a:t>"把报告发给张总"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3154680"/>
            <a:ext cx="228600" cy="22860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39" y="2377440"/>
            <a:ext cx="2560320" cy="20116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1" y="249631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19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Microsoft YaHei"/>
              </a:rPr>
              <a:t>Bot 写草稿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31546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AB5"/>
                </a:solidFill>
                <a:latin typeface="Microsoft YaHei"/>
              </a:rPr>
              <a:t>"张总，附上 Q3 财报..."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26479" y="3154680"/>
            <a:ext cx="228600" cy="22860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377440"/>
            <a:ext cx="2560320" cy="20116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249631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Microsoft YaHei"/>
              </a:rPr>
              <a:t>你审核内容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AB5"/>
                </a:solidFill>
                <a:latin typeface="Microsoft YaHei"/>
              </a:rPr>
              <a:t>检查措辞和附件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06840" y="3154680"/>
            <a:ext cx="228600" cy="22860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59" y="2377440"/>
            <a:ext cx="2560320" cy="20116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00031" y="2496312"/>
            <a:ext cx="402336" cy="402336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39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Microsoft YaHei"/>
              </a:rPr>
              <a:t>确认发送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79" y="31546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AB5"/>
                </a:solidFill>
                <a:latin typeface="Microsoft YaHei"/>
              </a:rPr>
              <a:t>点击发送，完成任务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79EBE"/>
                </a:solidFill>
                <a:latin typeface="Microsoft YaHei"/>
              </a:rPr>
              <a:t>Bot 永远只是你的笔，不是你的嘴。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耳语建议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核心体验 B  --  悄悄帮你想好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16459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79EBE"/>
                </a:solidFill>
                <a:latin typeface="Microsoft YaHei"/>
              </a:rPr>
              <a:t>收到消息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"今晚约饭吗?"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-- 来自好友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3600" y="2606040"/>
            <a:ext cx="365760" cy="27432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011680"/>
            <a:ext cx="2926080" cy="4572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0EDE8"/>
                </a:solidFill>
                <a:latin typeface="Microsoft YaHei"/>
              </a:rPr>
              <a:t>好的，几点?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06040"/>
            <a:ext cx="2926080" cy="4572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0EDE8"/>
                </a:solidFill>
                <a:latin typeface="Microsoft YaHei"/>
              </a:rPr>
              <a:t>不了，今晚加班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00400"/>
            <a:ext cx="2926080" cy="4572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0EDE8"/>
                </a:solidFill>
                <a:latin typeface="Microsoft YaHei"/>
              </a:rPr>
              <a:t>看看再说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Bot 不抢话，不自动回复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3 个建议悄悄浮现在输入框上方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点击即填入，不点就消失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建议需在 0.8 秒内生成，超时则放弃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预测执行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核心体验 C  --  想你所想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4630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79EBE"/>
                </a:solidFill>
                <a:latin typeface="Microsoft YaHei"/>
              </a:rPr>
              <a:t>场景:  Bot 刚分析完一段报错日志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Bot 预判你的下一步，自动生成行动按钮: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023360"/>
            <a:ext cx="2926080" cy="6400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一键运行修复命令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023360"/>
            <a:ext cx="2926080" cy="6400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查看相关文档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023360"/>
            <a:ext cx="2926080" cy="6400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重启服务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709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142E"/>
                </a:solidFill>
                <a:latin typeface="Microsoft YaHei"/>
              </a:rPr>
              <a:t>!  需要确认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Bot 分析上下文，预判下一步操作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安全操作可一键执行，危险操作标红提醒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•  用户点击才执行，不点就忽略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第一个里程碑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37021"/>
                </a:solidFill>
                <a:latin typeface="Microsoft YaHei"/>
              </a:rPr>
              <a:t>手机发指令  --&gt;  电脑执行  --&gt;  结果返回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377440" cy="82296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手机输入指令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3429000"/>
            <a:ext cx="365760" cy="27432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3200400"/>
            <a:ext cx="2377440" cy="82296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云端验证转发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3429000"/>
            <a:ext cx="365760" cy="27432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3200400"/>
            <a:ext cx="2377440" cy="82296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桌面接收执行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15400" y="3429000"/>
            <a:ext cx="365760" cy="274320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72600" y="3200400"/>
            <a:ext cx="2377440" cy="82296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EDE8"/>
                </a:solidFill>
                <a:latin typeface="Microsoft YaHei"/>
              </a:rPr>
              <a:t>结果返回手机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79EBE"/>
                </a:solidFill>
                <a:latin typeface="Microsoft YaHei"/>
              </a:rPr>
              <a:t>全链路 3 秒内完成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AB5"/>
                </a:solidFill>
                <a:latin typeface="Microsoft YaHei"/>
              </a:rPr>
              <a:t>从零到一，打通手机到电脑的完整控制链路。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产品路线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1920240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0EDE8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74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79EBE"/>
                </a:solidFill>
                <a:latin typeface="Microsoft YaHe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远程控制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659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手机操控电脑，执行指令并回报。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实现基础账号和设备管理。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19050" cy="9144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3520440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0EDE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79EBE"/>
                </a:solidFill>
                <a:latin typeface="Microsoft YaHe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49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社交功能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聊天、好友、群组、频道。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成为完整的即时通讯平台。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160520"/>
            <a:ext cx="19050" cy="9144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5120640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0EDE8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79EBE"/>
                </a:solidFill>
                <a:latin typeface="Microsoft YaHe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AI 智能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663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代理草稿、耳语建议、预测执行。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AB5"/>
                </a:solidFill>
                <a:latin typeface="Microsoft YaHei"/>
              </a:rPr>
              <a:t>让 Bot 成为你的数字助手。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91695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37021"/>
                </a:solidFill>
                <a:latin typeface="Microsoft YaHei"/>
              </a:rPr>
              <a:t>Chat is your new Command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904" y="3017520"/>
            <a:ext cx="182880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200" b="0">
                <a:solidFill>
                  <a:srgbClr val="F0EDE8"/>
                </a:solidFill>
                <a:latin typeface="Microsoft YaHei"/>
              </a:rPr>
              <a:t>打破 "通讯" 与 "工具" 的界限</a:t>
            </a:r>
          </a:p>
          <a:p>
            <a:pPr algn="ctr">
              <a:spcAft>
                <a:spcPts val="1200"/>
              </a:spcAft>
            </a:pPr>
            <a:r>
              <a:rPr sz="2200" b="0">
                <a:solidFill>
                  <a:srgbClr val="F0EDE8"/>
                </a:solidFill>
                <a:latin typeface="Microsoft YaHei"/>
              </a:rPr>
              <a:t>用聊天的方式，完成一切操作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9AB5"/>
                </a:solidFill>
                <a:latin typeface="Microsoft YaHei"/>
              </a:rPr>
              <a:t>LINKINGCHAT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